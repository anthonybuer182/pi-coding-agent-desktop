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a934319861b437a" /><Relationship Type="http://schemas.openxmlformats.org/package/2006/relationships/metadata/core-properties" Target="/docProps/core.xml" Id="R29d3a253bb0c42ff" /><Relationship Type="http://schemas.openxmlformats.org/officeDocument/2006/relationships/extended-properties" Target="/docProps/app.xml" Id="R9830acbb05c6405f" /><Relationship Type="http://schemas.openxmlformats.org/officeDocument/2006/relationships/custom-properties" Target="/docProps/custom.xml" Id="Rad1414ad96e247c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fe8745b24234426"/>
    <p:sldId id="257" r:id="Rf5905a04ee484e54"/>
    <p:sldId id="258" r:id="Rf80279e2689b475e"/>
    <p:sldId id="259" r:id="Rc0d80b7d2ac44663"/>
    <p:sldId id="260" r:id="R8b98a6895b154298"/>
    <p:sldId id="261" r:id="R96a9f06f51b64d62"/>
    <p:sldId id="262" r:id="R5d5a595ce93f4509"/>
    <p:sldId id="263" r:id="R544944b0d2624f53"/>
    <p:sldId id="264" r:id="R59c0ccf80cc54ecd"/>
    <p:sldId id="265" r:id="R4022dcb3227d42a1"/>
    <p:sldId id="266" r:id="R986537ee10eb4717"/>
    <p:sldId id="267" r:id="R597dc3760f254886"/>
    <p:sldId id="268" r:id="R58a6078fb14c408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fe8745b24234426" /><Relationship Type="http://schemas.openxmlformats.org/officeDocument/2006/relationships/slide" Target="/ppt/slides/slide2.xml" Id="Rf5905a04ee484e54" /><Relationship Type="http://schemas.openxmlformats.org/officeDocument/2006/relationships/slide" Target="/ppt/slides/slide3.xml" Id="Rf80279e2689b475e" /><Relationship Type="http://schemas.openxmlformats.org/officeDocument/2006/relationships/slide" Target="/ppt/slides/slide4.xml" Id="Rc0d80b7d2ac44663" /><Relationship Type="http://schemas.openxmlformats.org/officeDocument/2006/relationships/slide" Target="/ppt/slides/slide5.xml" Id="R8b98a6895b154298" /><Relationship Type="http://schemas.openxmlformats.org/officeDocument/2006/relationships/slide" Target="/ppt/slides/slide6.xml" Id="R96a9f06f51b64d62" /><Relationship Type="http://schemas.openxmlformats.org/officeDocument/2006/relationships/slide" Target="/ppt/slides/slide7.xml" Id="R5d5a595ce93f4509" /><Relationship Type="http://schemas.openxmlformats.org/officeDocument/2006/relationships/slide" Target="/ppt/slides/slide8.xml" Id="R544944b0d2624f53" /><Relationship Type="http://schemas.openxmlformats.org/officeDocument/2006/relationships/slide" Target="/ppt/slides/slide9.xml" Id="R59c0ccf80cc54ecd" /><Relationship Type="http://schemas.openxmlformats.org/officeDocument/2006/relationships/slide" Target="/ppt/slides/slide10.xml" Id="R4022dcb3227d42a1" /><Relationship Type="http://schemas.openxmlformats.org/officeDocument/2006/relationships/slide" Target="/ppt/slides/slide11.xml" Id="R986537ee10eb4717" /><Relationship Type="http://schemas.openxmlformats.org/officeDocument/2006/relationships/slide" Target="/ppt/slides/slide12.xml" Id="R597dc3760f254886" /><Relationship Type="http://schemas.openxmlformats.org/officeDocument/2006/relationships/slide" Target="/ppt/slides/slide13.xml" Id="R58a6078fb14c408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0fbafe9ae42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3089394024a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10e30e57844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fa4d7016e4b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a21237f4c4fe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6ffdfaf86f9447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8637b836845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74f93f72c4c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f7088683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89fdaa77347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5d82a2bec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4c653bc93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012e5d8a1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78a53a5c641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e2e50a16b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0ff22273e49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d1c33cad341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37b9cbf9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5e3f2d4ba4c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 Coding Agent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108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Pi Coding Agent</a:t>
            </a:r>
          </a:p>
        </p:txBody>
      </p:sp>
      <p:sp>
        <p:nvSpPr>
          <p:cNvPr id="100001" name="TextBox 3"/>
          <p:cNvSpPr txBox="1"/>
          <p:nvPr/>
        </p:nvSpPr>
        <p:spPr>
          <a:xfrm xmlns:a="http://schemas.openxmlformats.org/drawingml/2006/main">
            <a:off x="1080000" y="198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CCCCCC"/>
                </a:solidFill>
                <a:latin typeface="Arial"/>
                <a:ea typeface="Arial"/>
              </a:rPr>
              <a:t>一个极简的终端编码工具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什么是 Pi</a:t>
            </a:r>
          </a:p>
        </p:txBody>
      </p:sp>
      <p:sp>
        <p:nvSpPr>
          <p:cNvPr id="100002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Pi 是一个极简的终端编码工具</a:t>
            </a:r>
          </a:p>
        </p:txBody>
      </p:sp>
      <p:sp>
        <p:nvSpPr>
          <p:cNvPr id="100003" name="TextBox 3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• 适应你的工作流程，而非相反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• 通过扩展、技能、提示模板和主题进行定制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• 轻量级，无需复杂配置即可使用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• 支持多种 AI 提供商和模型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D405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核心哲学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72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Arial"/>
                <a:ea typeface="Arial"/>
              </a:rPr>
              <a:t>设计理念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440000"/>
            <a:ext cx="100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6B6B"/>
                </a:solidFill>
                <a:latin typeface="Arial"/>
                <a:ea typeface="Arial"/>
              </a:rPr>
              <a:t>✗ 不内置 MCP - 用扩展构建 CLI 工具</a:t>
            </a:r>
          </a:p>
          <a:p xmlns:a="http://schemas.openxmlformats.org/drawingml/2006/main">
            <a:r>
              <a:rPr lang="en-US" sz="1600">
                <a:solidFill>
                  <a:srgbClr val="FF6B6B"/>
                </a:solidFill>
                <a:latin typeface="Arial"/>
                <a:ea typeface="Arial"/>
              </a:rPr>
              <a:t>✗ 不内置子代理 - 用 tmux 或扩展实现</a:t>
            </a:r>
          </a:p>
          <a:p xmlns:a="http://schemas.openxmlformats.org/drawingml/2006/main">
            <a:r>
              <a:rPr lang="en-US" sz="1600">
                <a:solidFill>
                  <a:srgbClr val="FF6B6B"/>
                </a:solidFill>
                <a:latin typeface="Arial"/>
                <a:ea typeface="Arial"/>
              </a:rPr>
              <a:t>✗ 不内置权限弹窗 - 用容器或扩展自定义</a:t>
            </a:r>
          </a:p>
          <a:p xmlns:a="http://schemas.openxmlformats.org/drawingml/2006/main">
            <a:r>
              <a:rPr lang="en-US" sz="1600">
                <a:solidFill>
                  <a:srgbClr val="FF6B6B"/>
                </a:solidFill>
                <a:latin typeface="Arial"/>
                <a:ea typeface="Arial"/>
              </a:rPr>
              <a:t>✗ 不内置计划模式 - 用文件或扩展实现</a:t>
            </a:r>
          </a:p>
          <a:p xmlns:a="http://schemas.openxmlformats.org/drawingml/2006/main">
            <a:r>
              <a:rPr lang="en-US" sz="1600">
                <a:solidFill>
                  <a:srgbClr val="FF6B6B"/>
                </a:solidFill>
                <a:latin typeface="Arial"/>
                <a:ea typeface="Arial"/>
              </a:rPr>
              <a:t>✗ 不内置待办事项 - 避免模型困惑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支持的模型提供商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40000" y="126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Anthropic Claude Pro/Max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OpenAI ChatGPT Plus/Pro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GitHub Copilot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D93D"/>
                </a:solidFill>
                <a:latin typeface="Arial"/>
                <a:ea typeface="Arial"/>
              </a:rPr>
              <a:t>订阅服务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40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D93D"/>
                </a:solidFill>
                <a:latin typeface="Arial"/>
                <a:ea typeface="Arial"/>
              </a:rPr>
              <a:t>API 密钥支持</a:t>
            </a:r>
          </a:p>
        </p:txBody>
      </p:sp>
      <p:sp>
        <p:nvSpPr>
          <p:cNvPr id="100009" name="TextBox 5"/>
          <p:cNvSpPr txBox="1"/>
          <p:nvPr/>
        </p:nvSpPr>
        <p:spPr>
          <a:xfrm xmlns:a="http://schemas.openxmlformats.org/drawingml/2006/main">
            <a:off x="5400000" y="126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Anthropic • OpenAI • Azure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DeepSeek • NVIDIA NIM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Google Gemini/Vertex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Amazon Bedrock • Mistral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Groq • Cerebras • xAI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OpenRouter • Hugging Face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Fireworks • Together AI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以及更多...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D405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交互模式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交互模式界面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启动头部 - 显示快捷键、加载的 AGENTS.md、技能和扩展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消息区域 - 消息、助手回复、工具调用、通知、错误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编辑器 - 输入区域，边框颜色表示思考级别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页脚 - 工作目录、会话名、令牌使用量、成本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编辑器功能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强大的编辑器功能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@ 引用文件 - 模糊搜索项目文件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Tab 路径补全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Shift+Enter 多行输入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Ctrl+V 粘贴图片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!command 运行命令并发送给 LLM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!!command 运行命令但不发送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会话管理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强大的会话管理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Arial"/>
                <a:ea typeface="Arial"/>
              </a:rPr>
              <a:t>/tree 浏览会话树，选择任意历史点继续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Arial"/>
                <a:ea typeface="Arial"/>
              </a:rPr>
              <a:t>/fork 从历史消息创建新会话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Arial"/>
                <a:ea typeface="Arial"/>
              </a:rPr>
              <a:t>/clone 复制当前分支到新会话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Arial"/>
                <a:ea typeface="Arial"/>
              </a:rPr>
              <a:t>/compact 手动压缩上下文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Arial"/>
                <a:ea typeface="Arial"/>
              </a:rPr>
              <a:t>自动上下文压缩 - 防止超出限制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D405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扩展与定制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40000" y="828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四大扩展机制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40000" y="1368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扩展 (Extensions) - 自定义工具、命令、快捷键、UI组件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技能 (Skills) - on-demand 能力包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提示模板 (Prompt Templates) - 可复用模板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主题 (Themes) - dark/light，支持热重载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 包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通过 npm 或 git 分享扩展包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install npm:@foo/pi-tools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install git:github.com/user/repo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install https://github.com/user/repo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install ssh://git@github.com:user/repo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# 更新和卸载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update</a:t>
            </a:r>
          </a:p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pi remove npm:@foo/pi-tools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安装方式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540000" y="828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D93D"/>
                </a:solidFill>
                <a:latin typeface="Arial"/>
                <a:ea typeface="Arial"/>
              </a:rPr>
              <a:t>npm 安装 (推荐)</a:t>
            </a:r>
          </a:p>
        </p:txBody>
      </p:sp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40000" y="1152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npm install -g --ignore-scripts @earendil-works/pi-coding-agent</a:t>
            </a:r>
          </a:p>
        </p:txBody>
      </p:sp>
      <p:sp>
        <p:nvSpPr>
          <p:cNvPr id="100022" name="TextBox 4"/>
          <p:cNvSpPr txBox="1"/>
          <p:nvPr/>
        </p:nvSpPr>
        <p:spPr>
          <a:xfrm xmlns:a="http://schemas.openxmlformats.org/drawingml/2006/main">
            <a:off x="540000" y="18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D93D"/>
                </a:solidFill>
                <a:latin typeface="Arial"/>
                <a:ea typeface="Arial"/>
              </a:rPr>
              <a:t>Shell 脚本安装</a:t>
            </a:r>
          </a:p>
        </p:txBody>
      </p:sp>
      <p:sp>
        <p:nvSpPr>
          <p:cNvPr id="100023" name="TextBox 5"/>
          <p:cNvSpPr txBox="1"/>
          <p:nvPr/>
        </p:nvSpPr>
        <p:spPr>
          <a:xfrm xmlns:a="http://schemas.openxmlformats.org/drawingml/2006/main">
            <a:off x="540000" y="2088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CB77"/>
                </a:solidFill>
                <a:latin typeface="Courier"/>
                <a:ea typeface="Courier"/>
              </a:rPr>
              <a:t>curl -fsSL https://pi.dev/install.sh | sh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D4059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快速开始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# 设置 API 密钥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export ANTHROPIC_API_KEY=sk-ant-...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# 启动 pi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pi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# 或使用现有订阅登录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pi</a:t>
            </a:r>
          </a:p>
          <a:p xmlns:a="http://schemas.openxmlformats.org/drawingml/2006/main">
            <a:r>
              <a:rPr lang="en-US" sz="1600">
                <a:solidFill>
                  <a:srgbClr val="6BCB77"/>
                </a:solidFill>
                <a:latin typeface="Courier"/>
                <a:ea typeface="Courier"/>
              </a:rPr>
              <a:t>/login</a:t>
            </a:r>
          </a:p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540000" y="216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然后直接和 pi 对话！</a:t>
            </a:r>
          </a:p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默认提供四个工具: read, write, edit, bash</a:t>
            </a:r>
          </a:p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通过技能、提示模板或扩展添加更多能力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常用命令</a:t>
            </a:r>
          </a:p>
        </p:txBody>
      </p:sp>
      <p:sp>
        <p:nvSpPr>
          <p:cNvPr id="100026" name="TextBox 2"/>
          <p:cNvSpPr txBox="1"/>
          <p:nvPr/>
        </p:nvSpPr>
        <p:spPr>
          <a:xfrm xmlns:a="http://schemas.openxmlformats.org/drawingml/2006/main">
            <a:off x="54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/login, /logout - 认证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/model - 切换模型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/settings - 设置思考级别、主题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/resume - 选择历史会话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/new - 开始新会话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/tree - 浏览会话树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/fork - 分支会话</a:t>
            </a:r>
          </a:p>
        </p:txBody>
      </p:sp>
      <p:sp>
        <p:nvSpPr>
          <p:cNvPr id="100027" name="TextBox 3"/>
          <p:cNvSpPr txBox="1"/>
          <p:nvPr/>
        </p:nvSpPr>
        <p:spPr>
          <a:xfrm xmlns:a="http://schemas.openxmlformats.org/drawingml/2006/main">
            <a:off x="5400000" y="9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/compact - 压缩上下文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/copy - 复制最后消息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/export - 导出为 HTML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/share - 分享到 GitHub gist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/reload - 重新加载扩展和技能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/hotkeys - 显示所有快捷键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/quit - 退出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总结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40000" y="144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轻量级，极简设计</a:t>
            </a:r>
          </a:p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多 AI 提供商支持</a:t>
            </a:r>
          </a:p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强大的会话管理</a:t>
            </a:r>
          </a:p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高度可扩展</a:t>
            </a:r>
          </a:p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开源 MIT 许可</a:t>
            </a:r>
          </a:p>
          <a:p xmlns:a="http://schemas.openxmlformats.org/drawingml/2006/main">
            <a:r>
              <a:rPr lang="en-US" sz="2000">
                <a:solidFill>
                  <a:srgbClr val="6BCB77"/>
                </a:solidFill>
                <a:latin typeface="Arial"/>
                <a:ea typeface="Arial"/>
              </a:rPr>
              <a:t>✓ 跨平台支持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540000" y="828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Pi - 极简而强大</a:t>
            </a:r>
          </a:p>
        </p:txBody>
      </p:sp>
      <p:sp>
        <p:nvSpPr>
          <p:cNvPr id="100030" name="TextBox 4"/>
          <p:cNvSpPr txBox="1"/>
          <p:nvPr/>
        </p:nvSpPr>
        <p:spPr>
          <a:xfrm xmlns:a="http://schemas.openxmlformats.org/drawingml/2006/main">
            <a:off x="540000" y="252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CCCCC"/>
                </a:solidFill>
                <a:latin typeface="Arial"/>
                <a:ea typeface="Arial"/>
              </a:rPr>
              <a:t>了解更多: pi.dev</a:t>
            </a:r>
          </a:p>
          <a:p xmlns:a="http://schemas.openxmlformats.org/drawingml/2006/main">
            <a:r>
              <a:rPr lang="en-US" sz="1800">
                <a:solidFill>
                  <a:srgbClr val="CCCCCC"/>
                </a:solidFill>
                <a:latin typeface="Arial"/>
                <a:ea typeface="Arial"/>
              </a:rPr>
              <a:t>Discord: discord.gg/3cU7Bz4UPx</a:t>
            </a:r>
          </a:p>
          <a:p xmlns:a="http://schemas.openxmlformats.org/drawingml/2006/main">
            <a:r>
              <a:rPr lang="en-US" sz="1800">
                <a:solidFill>
                  <a:srgbClr val="CCCCCC"/>
                </a:solidFill>
                <a:latin typeface="Arial"/>
                <a:ea typeface="Arial"/>
              </a:rPr>
              <a:t>npm: @earendil-works/pi-coding-agent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2026-06-05T09:02:14Z</dcterms:created>
  <cp:lastModifiedBy>OfficeCLI</cp:lastModifiedBy>
  <dcterms:modified xsi:type="dcterms:W3CDTF">2026-06-05T09:02:14Z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1.0.103</vt:lpwstr>
  </op:property>
  <op:property fmtid="{D5CDD505-2E9C-101B-9397-08002B2CF9AE}" pid="3" name="OfficeCLI.LastModified">
    <vt:lpwstr xmlns:vt="http://schemas.openxmlformats.org/officeDocument/2006/docPropsVTypes">2026-06-05T09:03:49Z</vt:lpwstr>
  </op:property>
</op:Properties>
</file>